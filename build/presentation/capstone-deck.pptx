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A68"/>
                </a:solidFill>
              </a:defRPr>
            </a:pPr>
            <a:r>
              <a:t>Tongue Drum Capstone (TNG-001)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Musical instrument documentation capstone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Build packet: 2026-05-02-tng-001-tongue-drum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Generated: 2026-05-02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Project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Create a traceable build packet for `TNG-001` that connects the master catalog row, design sheet, BOM, sourcing, stock prep, validation, assembly, drawing brief, visual BOM brief, Wolfram starter, and CAD/CNC placeholder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How To Use This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Start with design.md for intent and assumptions.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bom.csv, sourcing.csv, and cut-list.csv before buying or cutting.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drawing-brief.md and CAD/CNC folders before machining.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Print the packet for shopping, shop work,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File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design.md: Project intent, catalog metadata, assumptions, and validation plan.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bom.csv: Starter bill of materials with part categories, quantities, drawing refs, and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sourcing.csv: Supplier/search tracker with specs, price/date fields, lead time, substitutes, and risks.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cut-list.csv: Rough/final stock sizes, material, grain/orientation, operations, yield, and offcuts.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drawing-brief.md: Manufacturing drawing and technical product sketch brief.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assembly-manual.md: Shop-facing sequence, tools, fixtures, safety, tuning, finishing, and maintenance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validation.csv: Target/measured values, tolerance, environment, result, and tuning/build action log.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supplier-rfq.md: Supplier email/request-for-quote starter.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Build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 and assumptions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Source materials and hardware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Prepare stock, fixtures, and CNC/laser/lathe setup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Assemble, tune, finish, and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Sourcing And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 gives part categories and drawing references.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 tracks search terms, supplier candidates, price/date, lead time, substitutions.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Visual BOM brief turns the parts list into a presentation-ready image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Shop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 list for lumber/sheet/blank planning.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 manual for away-from-keyboard work.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 sheet for measured dimensions, tuning, pass/fail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Drawings, CAD, CNC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 defines required views, dimensions, datums, sketch intent.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cad/ holds models and design tables.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cnc/ holds CAM, toolpaths, setup sheets, dry-run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drawings/ holds PDFs, SVGs, DXFs, drawing exports.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Images And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Add hero render/photo, visual BOM, shop screenshots, drawing previews, validation photos in images/.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A4 = 440 Hz reference check.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Tuning targets logged in validation.csv.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Critical dimensions verified against design sheet and CAD.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Photos and revision notes after each major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Open Risks /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TBDs in design sheet and BOM.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 price/availability not yet verified.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Generated images marked as concept placeholders.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Empirical corrections await measured prototype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Replace TBDs with measured/source-backed values.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Verify live supplier price and availability before buying.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Export final drawings and visual BOM images.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Regenerate this deck and print packet after final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Tongue Drum Capstone (TNG-001)  |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